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4"/>
    <p:sldMasterId id="2147483713" r:id="rId5"/>
    <p:sldMasterId id="2147483716" r:id="rId6"/>
    <p:sldMasterId id="2147483718" r:id="rId7"/>
  </p:sldMasterIdLst>
  <p:notesMasterIdLst>
    <p:notesMasterId r:id="rId9"/>
  </p:notesMasterIdLst>
  <p:sldIdLst>
    <p:sldId id="2147481382" r:id="rId8"/>
  </p:sldIdLst>
  <p:sldSz cx="12192000" cy="6858000"/>
  <p:notesSz cx="6858000" cy="9144000"/>
  <p:custDataLst>
    <p:tags r:id="rId10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8A0E01-A709-E61B-063F-D7549B4AFC1F}" name="Jason Ford" initials="JF" userId="S::Jason.Ford@emeal.nttdata.com::69eb3718-e9b1-43b2-bf8b-066e6bc0cd55" providerId="AD"/>
  <p188:author id="{095F2085-4C24-0C28-EBAC-BB18BEB2D348}" name="Anurag Guleria" initials="AG" userId="S::anurag.guleria@emeal.nttdata.com::7b8cc64d-c1a1-4e27-b299-479bd5e98ac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izumi" initials="k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B45"/>
    <a:srgbClr val="40404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04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rika Srivastava" userId="402d6ef9-37ad-46a0-9ae7-7a0e8b72c0f9" providerId="ADAL" clId="{B4500483-BE30-4983-A5C6-FED8FF49554D}"/>
    <pc:docChg chg="modSld">
      <pc:chgData name="Niharika Srivastava" userId="402d6ef9-37ad-46a0-9ae7-7a0e8b72c0f9" providerId="ADAL" clId="{B4500483-BE30-4983-A5C6-FED8FF49554D}" dt="2026-04-10T05:18:42.658" v="20" actId="20577"/>
      <pc:docMkLst>
        <pc:docMk/>
      </pc:docMkLst>
      <pc:sldChg chg="modSp mod">
        <pc:chgData name="Niharika Srivastava" userId="402d6ef9-37ad-46a0-9ae7-7a0e8b72c0f9" providerId="ADAL" clId="{B4500483-BE30-4983-A5C6-FED8FF49554D}" dt="2026-04-10T05:18:42.658" v="20" actId="20577"/>
        <pc:sldMkLst>
          <pc:docMk/>
          <pc:sldMk cId="1079817940" sldId="2147481382"/>
        </pc:sldMkLst>
        <pc:spChg chg="mod">
          <ac:chgData name="Niharika Srivastava" userId="402d6ef9-37ad-46a0-9ae7-7a0e8b72c0f9" providerId="ADAL" clId="{B4500483-BE30-4983-A5C6-FED8FF49554D}" dt="2026-04-10T05:18:32.104" v="14" actId="20577"/>
          <ac:spMkLst>
            <pc:docMk/>
            <pc:sldMk cId="1079817940" sldId="2147481382"/>
            <ac:spMk id="13" creationId="{EFF7A81E-E147-1D64-13F3-31C583C1773E}"/>
          </ac:spMkLst>
        </pc:spChg>
        <pc:spChg chg="mod">
          <ac:chgData name="Niharika Srivastava" userId="402d6ef9-37ad-46a0-9ae7-7a0e8b72c0f9" providerId="ADAL" clId="{B4500483-BE30-4983-A5C6-FED8FF49554D}" dt="2026-04-10T05:18:42.658" v="20" actId="20577"/>
          <ac:spMkLst>
            <pc:docMk/>
            <pc:sldMk cId="1079817940" sldId="2147481382"/>
            <ac:spMk id="17" creationId="{1BCD963F-3D0C-E1C9-861A-B5C97845AB28}"/>
          </ac:spMkLst>
        </pc:spChg>
        <pc:spChg chg="mod">
          <ac:chgData name="Niharika Srivastava" userId="402d6ef9-37ad-46a0-9ae7-7a0e8b72c0f9" providerId="ADAL" clId="{B4500483-BE30-4983-A5C6-FED8FF49554D}" dt="2026-04-10T05:18:36.372" v="17" actId="20577"/>
          <ac:spMkLst>
            <pc:docMk/>
            <pc:sldMk cId="1079817940" sldId="2147481382"/>
            <ac:spMk id="20" creationId="{60547918-9958-8F88-D8D0-742CD2E8AB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52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tif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tif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2A987-7DE4-A740-9F8F-0CD0D4DAF6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200" y="1008063"/>
            <a:ext cx="1399902" cy="16557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180000" tIns="360000" rIns="180000" bIns="36000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Insert professional photo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17465C-9F5E-BC4D-B99B-284296948E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000">
                <a:lumMod val="95000"/>
                <a:lumOff val="5000"/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1746789" y="593502"/>
            <a:ext cx="153821" cy="1377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2C988-3762-E74C-B606-05FFBDCE0A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91807" y="240422"/>
            <a:ext cx="265119" cy="26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8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2A987-7DE4-A740-9F8F-0CD0D4DAF6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200" y="1008063"/>
            <a:ext cx="1399902" cy="16557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180000" tIns="360000" rIns="180000" bIns="36000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Insert professional photo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17465C-9F5E-BC4D-B99B-284296948E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000">
                <a:lumMod val="95000"/>
                <a:lumOff val="5000"/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1746789" y="593502"/>
            <a:ext cx="153821" cy="1377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2C988-3762-E74C-B606-05FFBDCE0A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91807" y="240422"/>
            <a:ext cx="265119" cy="26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7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DIVIDER with ENS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9A80EE4-5968-804C-9D66-204B302F61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8013" y="2681103"/>
            <a:ext cx="7204784" cy="149579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General: </a:t>
            </a:r>
            <a:br>
              <a:rPr lang="en-GB" noProof="0"/>
            </a:br>
            <a:r>
              <a:rPr lang="en-GB" noProof="0"/>
              <a:t>36pt size</a:t>
            </a:r>
            <a:br>
              <a:rPr lang="en-GB" noProof="0"/>
            </a:br>
            <a:r>
              <a:rPr lang="en-GB" noProof="0"/>
              <a:t>x0.9 line spacing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8A6EB0C-B0F6-1B49-B084-AD7BB5F3A6D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A259540-FDFC-CD4D-9716-4A7DBE70FB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8012" y="4312251"/>
            <a:ext cx="6895771" cy="3705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Sub-heading 20pt, x1.1 line spacing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F6B25B-13A1-B84F-9993-5DCD80B873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57208" y="593502"/>
            <a:ext cx="153821" cy="13774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80B06D-EC75-9943-99EC-A73B2EE8D2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01559" y="240422"/>
            <a:ext cx="265119" cy="2602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2C2333-F52C-204F-A8E2-5CB4FAC73E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4715933" y="2500365"/>
            <a:ext cx="7476067" cy="435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14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orient="horz" pos="295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2A987-7DE4-A740-9F8F-0CD0D4DAF6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200" y="1008063"/>
            <a:ext cx="1399902" cy="16557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180000" tIns="360000" rIns="180000" bIns="36000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Insert professional photo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8A6EB0C-B0F6-1B49-B084-AD7BB5F3A6D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17465C-9F5E-BC4D-B99B-284296948E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000000">
                <a:lumMod val="95000"/>
                <a:lumOff val="5000"/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1746789" y="593502"/>
            <a:ext cx="153821" cy="1377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15BEAF-3BD7-0D44-9280-9C941E893C0F}"/>
              </a:ext>
            </a:extLst>
          </p:cNvPr>
          <p:cNvSpPr txBox="1"/>
          <p:nvPr userDrawn="1"/>
        </p:nvSpPr>
        <p:spPr>
          <a:xfrm>
            <a:off x="9265955" y="6476195"/>
            <a:ext cx="2215329" cy="116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lang="en-GB" sz="70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© 2019 NTT DATA. All Rights Reserved.</a:t>
            </a:r>
            <a:endParaRPr lang="en-US" sz="70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82C988-3762-E74C-B606-05FFBDCE0A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691807" y="240422"/>
            <a:ext cx="265119" cy="26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8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7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791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0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19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6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566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491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1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.xml"/><Relationship Id="rId7" Type="http://schemas.openxmlformats.org/officeDocument/2006/relationships/image" Target="../media/image3.tif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theme" Target="../theme/theme2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3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200484B-F26C-62F2-16DC-8CBA5B638A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349486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200484B-F26C-62F2-16DC-8CBA5B638A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2DE9C-7B39-054F-A956-4BF33806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53206"/>
            <a:ext cx="9361488" cy="3323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3AE5330-0783-0E4B-A9F4-23997FB50D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D3CA75-F7BD-3942-A4B7-FC419D4B6581}"/>
              </a:ext>
            </a:extLst>
          </p:cNvPr>
          <p:cNvGrpSpPr/>
          <p:nvPr userDrawn="1"/>
        </p:nvGrpSpPr>
        <p:grpSpPr>
          <a:xfrm>
            <a:off x="11691807" y="240422"/>
            <a:ext cx="265119" cy="1730481"/>
            <a:chOff x="11691807" y="240422"/>
            <a:chExt cx="265119" cy="1730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D21B0E-457B-BB4A-83B7-D04AF30C02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11691807" y="240422"/>
              <a:ext cx="265119" cy="2602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03A753-8D6B-F44F-8D8B-3BB65B760B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duotone>
                <a:prstClr val="black"/>
                <a:srgbClr val="000000">
                  <a:lumMod val="95000"/>
                  <a:lumOff val="5000"/>
                  <a:tint val="45000"/>
                  <a:satMod val="400000"/>
                </a:srgbClr>
              </a:duotone>
              <a:alphaModFix/>
            </a:blip>
            <a:stretch>
              <a:fillRect/>
            </a:stretch>
          </p:blipFill>
          <p:spPr>
            <a:xfrm>
              <a:off x="11746789" y="593502"/>
              <a:ext cx="153821" cy="1377401"/>
            </a:xfrm>
            <a:prstGeom prst="rect">
              <a:avLst/>
            </a:prstGeom>
          </p:spPr>
        </p:pic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F75595-76A2-0940-80BA-3D9C880397AD}"/>
              </a:ext>
            </a:extLst>
          </p:cNvPr>
          <p:cNvSpPr txBox="1">
            <a:spLocks/>
          </p:cNvSpPr>
          <p:nvPr userDrawn="1"/>
        </p:nvSpPr>
        <p:spPr>
          <a:xfrm>
            <a:off x="695325" y="1557338"/>
            <a:ext cx="9361488" cy="4543725"/>
          </a:xfrm>
          <a:prstGeom prst="rect">
            <a:avLst/>
          </a:prstGeom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1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61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3838">
          <p15:clr>
            <a:srgbClr val="F26B43"/>
          </p15:clr>
        </p15:guide>
        <p15:guide id="5" pos="6335">
          <p15:clr>
            <a:srgbClr val="F26B43"/>
          </p15:clr>
        </p15:guide>
        <p15:guide id="6" pos="6811">
          <p15:clr>
            <a:srgbClr val="F26B43"/>
          </p15:clr>
        </p15:guide>
        <p15:guide id="8" orient="horz" pos="98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200484B-F26C-62F2-16DC-8CBA5B638A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200484B-F26C-62F2-16DC-8CBA5B638A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2DE9C-7B39-054F-A956-4BF33806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53206"/>
            <a:ext cx="9361488" cy="3323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3AE5330-0783-0E4B-A9F4-23997FB50D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D3CA75-F7BD-3942-A4B7-FC419D4B6581}"/>
              </a:ext>
            </a:extLst>
          </p:cNvPr>
          <p:cNvGrpSpPr/>
          <p:nvPr userDrawn="1"/>
        </p:nvGrpSpPr>
        <p:grpSpPr>
          <a:xfrm>
            <a:off x="11691807" y="240422"/>
            <a:ext cx="265119" cy="1730481"/>
            <a:chOff x="11691807" y="240422"/>
            <a:chExt cx="265119" cy="1730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D21B0E-457B-BB4A-83B7-D04AF30C02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11691807" y="240422"/>
              <a:ext cx="265119" cy="2602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03A753-8D6B-F44F-8D8B-3BB65B760B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duotone>
                <a:prstClr val="black"/>
                <a:srgbClr val="000000">
                  <a:lumMod val="95000"/>
                  <a:lumOff val="5000"/>
                  <a:tint val="45000"/>
                  <a:satMod val="400000"/>
                </a:srgbClr>
              </a:duotone>
              <a:alphaModFix/>
            </a:blip>
            <a:stretch>
              <a:fillRect/>
            </a:stretch>
          </p:blipFill>
          <p:spPr>
            <a:xfrm>
              <a:off x="11746789" y="593502"/>
              <a:ext cx="153821" cy="1377401"/>
            </a:xfrm>
            <a:prstGeom prst="rect">
              <a:avLst/>
            </a:prstGeom>
          </p:spPr>
        </p:pic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F75595-76A2-0940-80BA-3D9C880397AD}"/>
              </a:ext>
            </a:extLst>
          </p:cNvPr>
          <p:cNvSpPr txBox="1">
            <a:spLocks/>
          </p:cNvSpPr>
          <p:nvPr userDrawn="1"/>
        </p:nvSpPr>
        <p:spPr>
          <a:xfrm>
            <a:off x="695325" y="1557338"/>
            <a:ext cx="9361488" cy="4543725"/>
          </a:xfrm>
          <a:prstGeom prst="rect">
            <a:avLst/>
          </a:prstGeom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1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24679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3838">
          <p15:clr>
            <a:srgbClr val="F26B43"/>
          </p15:clr>
        </p15:guide>
        <p15:guide id="5" pos="6335">
          <p15:clr>
            <a:srgbClr val="F26B43"/>
          </p15:clr>
        </p15:guide>
        <p15:guide id="6" pos="6811">
          <p15:clr>
            <a:srgbClr val="F26B43"/>
          </p15:clr>
        </p15:guide>
        <p15:guide id="8" orient="horz" pos="9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2DE9C-7B39-054F-A956-4BF33806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53206"/>
            <a:ext cx="9361488" cy="3323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3AE5330-0783-0E4B-A9F4-23997FB50D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9B0123-B7AD-254E-87D5-0097A6C1C000}"/>
              </a:ext>
            </a:extLst>
          </p:cNvPr>
          <p:cNvSpPr txBox="1"/>
          <p:nvPr userDrawn="1"/>
        </p:nvSpPr>
        <p:spPr>
          <a:xfrm>
            <a:off x="9265955" y="6476195"/>
            <a:ext cx="2215329" cy="116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lang="en-GB" sz="70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© 2019 NTT DATA. All Rights Reserved.</a:t>
            </a:r>
            <a:endParaRPr lang="en-US" sz="70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41A74A50-534F-F240-A79E-32F7821D5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8618" y="6427925"/>
            <a:ext cx="521208" cy="365125"/>
          </a:xfrm>
          <a:prstGeom prst="rect">
            <a:avLst/>
          </a:prstGeom>
        </p:spPr>
        <p:txBody>
          <a:bodyPr/>
          <a:lstStyle>
            <a:lvl1pPr algn="ct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01A9B0-84B2-2A4A-97A3-F4155F9C464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D3CA75-F7BD-3942-A4B7-FC419D4B6581}"/>
              </a:ext>
            </a:extLst>
          </p:cNvPr>
          <p:cNvGrpSpPr/>
          <p:nvPr userDrawn="1"/>
        </p:nvGrpSpPr>
        <p:grpSpPr>
          <a:xfrm>
            <a:off x="11691807" y="240422"/>
            <a:ext cx="265119" cy="1730481"/>
            <a:chOff x="11691807" y="240422"/>
            <a:chExt cx="265119" cy="1730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D21B0E-457B-BB4A-83B7-D04AF30C02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691807" y="240422"/>
              <a:ext cx="265119" cy="2602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03A753-8D6B-F44F-8D8B-3BB65B760B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prstClr val="black"/>
                <a:srgbClr val="000000">
                  <a:lumMod val="95000"/>
                  <a:lumOff val="5000"/>
                  <a:tint val="45000"/>
                  <a:satMod val="400000"/>
                </a:srgbClr>
              </a:duotone>
              <a:alphaModFix/>
            </a:blip>
            <a:stretch>
              <a:fillRect/>
            </a:stretch>
          </p:blipFill>
          <p:spPr>
            <a:xfrm>
              <a:off x="11746789" y="593502"/>
              <a:ext cx="153821" cy="1377401"/>
            </a:xfrm>
            <a:prstGeom prst="rect">
              <a:avLst/>
            </a:prstGeom>
          </p:spPr>
        </p:pic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F75595-76A2-0940-80BA-3D9C880397AD}"/>
              </a:ext>
            </a:extLst>
          </p:cNvPr>
          <p:cNvSpPr txBox="1">
            <a:spLocks/>
          </p:cNvSpPr>
          <p:nvPr userDrawn="1"/>
        </p:nvSpPr>
        <p:spPr>
          <a:xfrm>
            <a:off x="695325" y="1557338"/>
            <a:ext cx="9361488" cy="4543725"/>
          </a:xfrm>
          <a:prstGeom prst="rect">
            <a:avLst/>
          </a:prstGeom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1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61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3838">
          <p15:clr>
            <a:srgbClr val="F26B43"/>
          </p15:clr>
        </p15:guide>
        <p15:guide id="5" pos="6335">
          <p15:clr>
            <a:srgbClr val="F26B43"/>
          </p15:clr>
        </p15:guide>
        <p15:guide id="6" pos="6811">
          <p15:clr>
            <a:srgbClr val="F26B43"/>
          </p15:clr>
        </p15:guide>
        <p15:guide id="8" orient="horz" pos="98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050D24"/>
                </a:solidFill>
              </a:defRPr>
            </a:lvl1pPr>
          </a:lstStyle>
          <a:p>
            <a:r>
              <a:rPr lang="en-US"/>
              <a:t>January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2024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4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0D3FC-BD8F-E13D-3EA3-8E468A3C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D2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Sep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3D4D0-0CF4-EA4E-98A6-CBD5AB41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5A1F1-26E6-8559-EA87-6F4B735B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4278994-61EA-1661-AC9E-6287DFFB3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087" y="1093973"/>
            <a:ext cx="6510866" cy="462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176036-E022-EA59-2983-C85C337B3756}"/>
              </a:ext>
            </a:extLst>
          </p:cNvPr>
          <p:cNvSpPr txBox="1"/>
          <p:nvPr/>
        </p:nvSpPr>
        <p:spPr>
          <a:xfrm>
            <a:off x="239486" y="452653"/>
            <a:ext cx="5562599" cy="61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TECHNICAL SOLN. ARCH. ASSOCIATE DIRECTOR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NTT DATA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F0B6AC-6578-9B45-EF43-57ABBDC4D4D8}"/>
              </a:ext>
            </a:extLst>
          </p:cNvPr>
          <p:cNvGrpSpPr/>
          <p:nvPr/>
        </p:nvGrpSpPr>
        <p:grpSpPr>
          <a:xfrm>
            <a:off x="8369953" y="1563868"/>
            <a:ext cx="3486681" cy="4624016"/>
            <a:chOff x="3215213" y="3926838"/>
            <a:chExt cx="2724461" cy="21031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8B52A8-8964-70B2-A95B-0087480F7294}"/>
                </a:ext>
              </a:extLst>
            </p:cNvPr>
            <p:cNvSpPr/>
            <p:nvPr/>
          </p:nvSpPr>
          <p:spPr>
            <a:xfrm>
              <a:off x="3215213" y="3926838"/>
              <a:ext cx="2724461" cy="365760"/>
            </a:xfrm>
            <a:prstGeom prst="rect">
              <a:avLst/>
            </a:prstGeom>
            <a:solidFill>
              <a:srgbClr val="AA3C80"/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79727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Skills &amp; Expertise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F7A81E-E147-1D64-13F3-31C583C1773E}"/>
                </a:ext>
              </a:extLst>
            </p:cNvPr>
            <p:cNvSpPr/>
            <p:nvPr/>
          </p:nvSpPr>
          <p:spPr>
            <a:xfrm>
              <a:off x="3215213" y="4135148"/>
              <a:ext cx="2724461" cy="1894850"/>
            </a:xfrm>
            <a:prstGeom prst="rect">
              <a:avLst/>
            </a:prstGeom>
            <a:solidFill>
              <a:srgbClr val="AA3C80">
                <a:lumMod val="20000"/>
                <a:lumOff val="80000"/>
              </a:srgbClr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marL="171450" indent="-171450" fontAlgn="base">
                <a:lnSpc>
                  <a:spcPct val="90000"/>
                </a:lnSpc>
                <a:spcBef>
                  <a:spcPts val="600"/>
                </a:spcBef>
                <a:buClr>
                  <a:srgbClr val="AA3C80"/>
                </a:buClr>
                <a:buFont typeface="Arial" pitchFamily="34" charset="0"/>
                <a:buChar char="•"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&lt;Description&gt;</a:t>
              </a:r>
              <a:endParaRPr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rial"/>
                <a:cs typeface="Arial"/>
              </a:endParaRPr>
            </a:p>
            <a:p>
              <a:pPr marL="171450" marR="0" lvl="0" indent="-17145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3C80"/>
                </a:buClr>
                <a:buSzTx/>
                <a:buFont typeface="Arial" pitchFamily="34" charset="0"/>
                <a:buChar char="•"/>
                <a:tabLst/>
                <a:defRPr/>
              </a:pPr>
              <a:endPara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E5D1CF-FB05-697E-8C04-1B2853F825C4}"/>
              </a:ext>
            </a:extLst>
          </p:cNvPr>
          <p:cNvGrpSpPr/>
          <p:nvPr/>
        </p:nvGrpSpPr>
        <p:grpSpPr>
          <a:xfrm>
            <a:off x="335360" y="1585637"/>
            <a:ext cx="3600399" cy="4624016"/>
            <a:chOff x="474663" y="3926839"/>
            <a:chExt cx="2698835" cy="21796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4420E0-BD66-3D47-1897-0331B37440F0}"/>
                </a:ext>
              </a:extLst>
            </p:cNvPr>
            <p:cNvSpPr/>
            <p:nvPr/>
          </p:nvSpPr>
          <p:spPr>
            <a:xfrm>
              <a:off x="474664" y="3926839"/>
              <a:ext cx="2698834" cy="225954"/>
            </a:xfrm>
            <a:prstGeom prst="rect">
              <a:avLst/>
            </a:prstGeom>
            <a:solidFill>
              <a:schemeClr val="accent1"/>
            </a:solidFill>
            <a:effectLst/>
          </p:spPr>
          <p:txBody>
            <a:bodyPr wrap="square" lIns="182880" tIns="137160" rIns="137160" bIns="137160" rtlCol="0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79727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Profile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CD963F-3D0C-E1C9-861A-B5C97845AB28}"/>
                </a:ext>
              </a:extLst>
            </p:cNvPr>
            <p:cNvSpPr/>
            <p:nvPr/>
          </p:nvSpPr>
          <p:spPr>
            <a:xfrm>
              <a:off x="474663" y="4125618"/>
              <a:ext cx="2698835" cy="198089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marL="171450" lvl="0" indent="-171450">
                <a:spcBef>
                  <a:spcPts val="6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US" sz="1200">
                  <a:solidFill>
                    <a:schemeClr val="tx2"/>
                  </a:solidFill>
                  <a:latin typeface="Arial" panose="020B0604020202020204"/>
                  <a:ea typeface="Helvetica Neue Light" panose="02000403000000020004" pitchFamily="2" charset="0"/>
                </a:rPr>
                <a:t>&lt;&gt;</a:t>
              </a:r>
              <a:endParaRPr lang="en-GB" sz="1200" dirty="0">
                <a:solidFill>
                  <a:schemeClr val="tx2"/>
                </a:solidFill>
                <a:latin typeface="Arial" panose="020B0604020202020204"/>
                <a:ea typeface="Helvetica Neue Light" panose="02000403000000020004" pitchFamily="2" charset="0"/>
              </a:endParaRPr>
            </a:p>
            <a:p>
              <a:pPr marR="0" lvl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80B1"/>
                </a:buClr>
                <a:buSzTx/>
                <a:tabLst/>
                <a:defRPr/>
              </a:pP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CFE939-0192-F34D-1E12-2E8C005FE97B}"/>
              </a:ext>
            </a:extLst>
          </p:cNvPr>
          <p:cNvGrpSpPr/>
          <p:nvPr/>
        </p:nvGrpSpPr>
        <p:grpSpPr>
          <a:xfrm>
            <a:off x="4151784" y="1552980"/>
            <a:ext cx="4104459" cy="4624019"/>
            <a:chOff x="3215213" y="3926839"/>
            <a:chExt cx="2724461" cy="228128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7B1BF1-79C0-FE1D-3628-3BCA3480B1BB}"/>
                </a:ext>
              </a:extLst>
            </p:cNvPr>
            <p:cNvSpPr/>
            <p:nvPr/>
          </p:nvSpPr>
          <p:spPr>
            <a:xfrm>
              <a:off x="3215213" y="3926839"/>
              <a:ext cx="2724461" cy="225954"/>
            </a:xfrm>
            <a:prstGeom prst="rect">
              <a:avLst/>
            </a:prstGeom>
            <a:solidFill>
              <a:schemeClr val="accent5"/>
            </a:solidFill>
            <a:effectLst/>
          </p:spPr>
          <p:txBody>
            <a:bodyPr wrap="square" lIns="182880" tIns="137160" rIns="137160" bIns="137160" rtlCol="0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79727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Professional Experience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547918-9958-8F88-D8D0-742CD2E8ABDA}"/>
                </a:ext>
              </a:extLst>
            </p:cNvPr>
            <p:cNvSpPr/>
            <p:nvPr/>
          </p:nvSpPr>
          <p:spPr>
            <a:xfrm>
              <a:off x="3215213" y="4152793"/>
              <a:ext cx="2724461" cy="20553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marL="171450" marR="0" lvl="0" indent="-17145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E6B600"/>
                </a:buClr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200" b="1" kern="0" dirty="0">
                  <a:solidFill>
                    <a:srgbClr val="444444"/>
                  </a:solidFill>
                  <a:latin typeface="Arial"/>
                  <a:cs typeface="Arial" panose="020B0604020202020204" pitchFamily="34" charset="0"/>
                </a:rPr>
                <a:t>Java Architect </a:t>
              </a:r>
            </a:p>
            <a:p>
              <a:pPr marL="171450" indent="-171450" fontAlgn="base">
                <a:lnSpc>
                  <a:spcPct val="90000"/>
                </a:lnSpc>
                <a:spcBef>
                  <a:spcPts val="600"/>
                </a:spcBef>
                <a:buClr>
                  <a:srgbClr val="E6B600"/>
                </a:buClr>
                <a:buFont typeface="Arial" pitchFamily="34" charset="0"/>
                <a:buChar char="•"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 &lt;&gt;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817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ONTENT SLIDES with ENSO">
  <a:themeElements>
    <a:clrScheme name="Test 3">
      <a:dk1>
        <a:srgbClr val="FFFFFF"/>
      </a:dk1>
      <a:lt1>
        <a:srgbClr val="000000"/>
      </a:lt1>
      <a:dk2>
        <a:srgbClr val="6685C1"/>
      </a:dk2>
      <a:lt2>
        <a:srgbClr val="111B46"/>
      </a:lt2>
      <a:accent1>
        <a:srgbClr val="EFB75E"/>
      </a:accent1>
      <a:accent2>
        <a:srgbClr val="E3895D"/>
      </a:accent2>
      <a:accent3>
        <a:srgbClr val="7383BB"/>
      </a:accent3>
      <a:accent4>
        <a:srgbClr val="57ACBD"/>
      </a:accent4>
      <a:accent5>
        <a:srgbClr val="C37C7F"/>
      </a:accent5>
      <a:accent6>
        <a:srgbClr val="CA0206"/>
      </a:accent6>
      <a:hlink>
        <a:srgbClr val="6685C1"/>
      </a:hlink>
      <a:folHlink>
        <a:srgbClr val="81818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marL="180000" marR="0" indent="-180000" algn="l" defTabSz="914400" rtl="0" eaLnBrk="1" fontAlgn="auto" latinLnBrk="0" hangingPunct="1">
          <a:lnSpc>
            <a:spcPct val="110000"/>
          </a:lnSpc>
          <a:spcBef>
            <a:spcPts val="1200"/>
          </a:spcBef>
          <a:spcAft>
            <a:spcPts val="0"/>
          </a:spcAft>
          <a:buClr>
            <a:srgbClr val="111B46"/>
          </a:buClr>
          <a:buSzTx/>
          <a:buFont typeface="Arial" panose="020B0604020202020204" pitchFamily="34" charset="0"/>
          <a:buChar char="•"/>
          <a:tabLst/>
          <a:defRPr kumimoji="0" sz="1400" b="1" i="0" u="none" strike="noStrike" kern="1200" cap="none" spc="0" normalizeH="0" baseline="0" noProof="0" dirty="0">
            <a:ln>
              <a:noFill/>
            </a:ln>
            <a:solidFill>
              <a:srgbClr val="111B46"/>
            </a:solidFill>
            <a:effectLst/>
            <a:uLnTx/>
            <a:uFillTx/>
            <a:latin typeface="Arial" panose="020B0604020202020204" pitchFamily="34" charset="0"/>
            <a:ea typeface="Helvetica Neue" panose="02000503000000020004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ONTENT SLIDES with ENSO">
  <a:themeElements>
    <a:clrScheme name="Test 3">
      <a:dk1>
        <a:srgbClr val="FFFFFF"/>
      </a:dk1>
      <a:lt1>
        <a:srgbClr val="000000"/>
      </a:lt1>
      <a:dk2>
        <a:srgbClr val="6685C1"/>
      </a:dk2>
      <a:lt2>
        <a:srgbClr val="111B46"/>
      </a:lt2>
      <a:accent1>
        <a:srgbClr val="EFB75E"/>
      </a:accent1>
      <a:accent2>
        <a:srgbClr val="E3895D"/>
      </a:accent2>
      <a:accent3>
        <a:srgbClr val="7383BB"/>
      </a:accent3>
      <a:accent4>
        <a:srgbClr val="57ACBD"/>
      </a:accent4>
      <a:accent5>
        <a:srgbClr val="C37C7F"/>
      </a:accent5>
      <a:accent6>
        <a:srgbClr val="CA0206"/>
      </a:accent6>
      <a:hlink>
        <a:srgbClr val="6685C1"/>
      </a:hlink>
      <a:folHlink>
        <a:srgbClr val="81818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marL="180000" marR="0" indent="-180000" algn="l" defTabSz="914400" rtl="0" eaLnBrk="1" fontAlgn="auto" latinLnBrk="0" hangingPunct="1">
          <a:lnSpc>
            <a:spcPct val="110000"/>
          </a:lnSpc>
          <a:spcBef>
            <a:spcPts val="1200"/>
          </a:spcBef>
          <a:spcAft>
            <a:spcPts val="0"/>
          </a:spcAft>
          <a:buClr>
            <a:srgbClr val="111B46"/>
          </a:buClr>
          <a:buSzTx/>
          <a:buFont typeface="Arial" panose="020B0604020202020204" pitchFamily="34" charset="0"/>
          <a:buChar char="•"/>
          <a:tabLst/>
          <a:defRPr kumimoji="0" sz="1400" b="1" i="0" u="none" strike="noStrike" kern="1200" cap="none" spc="0" normalizeH="0" baseline="0" noProof="0" dirty="0">
            <a:ln>
              <a:noFill/>
            </a:ln>
            <a:solidFill>
              <a:srgbClr val="111B46"/>
            </a:solidFill>
            <a:effectLst/>
            <a:uLnTx/>
            <a:uFillTx/>
            <a:latin typeface="Arial" panose="020B0604020202020204" pitchFamily="34" charset="0"/>
            <a:ea typeface="Helvetica Neue" panose="02000503000000020004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ONTENT SLIDES with ENSO">
  <a:themeElements>
    <a:clrScheme name="Test 3">
      <a:dk1>
        <a:srgbClr val="FFFFFF"/>
      </a:dk1>
      <a:lt1>
        <a:srgbClr val="000000"/>
      </a:lt1>
      <a:dk2>
        <a:srgbClr val="6685C1"/>
      </a:dk2>
      <a:lt2>
        <a:srgbClr val="111B46"/>
      </a:lt2>
      <a:accent1>
        <a:srgbClr val="EFB75E"/>
      </a:accent1>
      <a:accent2>
        <a:srgbClr val="E3895D"/>
      </a:accent2>
      <a:accent3>
        <a:srgbClr val="7383BB"/>
      </a:accent3>
      <a:accent4>
        <a:srgbClr val="57ACBD"/>
      </a:accent4>
      <a:accent5>
        <a:srgbClr val="C37C7F"/>
      </a:accent5>
      <a:accent6>
        <a:srgbClr val="CA0206"/>
      </a:accent6>
      <a:hlink>
        <a:srgbClr val="6685C1"/>
      </a:hlink>
      <a:folHlink>
        <a:srgbClr val="81818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marL="180000" marR="0" indent="-180000" algn="l" defTabSz="914400" rtl="0" eaLnBrk="1" fontAlgn="auto" latinLnBrk="0" hangingPunct="1">
          <a:lnSpc>
            <a:spcPct val="110000"/>
          </a:lnSpc>
          <a:spcBef>
            <a:spcPts val="1200"/>
          </a:spcBef>
          <a:spcAft>
            <a:spcPts val="0"/>
          </a:spcAft>
          <a:buClr>
            <a:srgbClr val="111B46"/>
          </a:buClr>
          <a:buSzTx/>
          <a:buFont typeface="Arial" panose="020B0604020202020204" pitchFamily="34" charset="0"/>
          <a:buChar char="•"/>
          <a:tabLst/>
          <a:defRPr kumimoji="0" sz="1400" b="1" i="0" u="none" strike="noStrike" kern="1200" cap="none" spc="0" normalizeH="0" baseline="0" noProof="0" dirty="0">
            <a:ln>
              <a:noFill/>
            </a:ln>
            <a:solidFill>
              <a:srgbClr val="111B46"/>
            </a:solidFill>
            <a:effectLst/>
            <a:uLnTx/>
            <a:uFillTx/>
            <a:latin typeface="Arial" panose="020B0604020202020204" pitchFamily="34" charset="0"/>
            <a:ea typeface="Helvetica Neue" panose="02000503000000020004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18C1C4CD-636E-4D41-A29D-192E2144D95A}"/>
    </a:ext>
  </a:extLst>
</a:theme>
</file>

<file path=ppt/theme/theme5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564508D67C8C449A42AC4556ED8F47" ma:contentTypeVersion="14" ma:contentTypeDescription="Create a new document." ma:contentTypeScope="" ma:versionID="3ff91eae5bfb167f4fd3ce960cf07781">
  <xsd:schema xmlns:xsd="http://www.w3.org/2001/XMLSchema" xmlns:xs="http://www.w3.org/2001/XMLSchema" xmlns:p="http://schemas.microsoft.com/office/2006/metadata/properties" xmlns:ns2="b6ef1051-416b-4c61-92ca-e2ba97173a0a" xmlns:ns3="09960d75-8a19-463f-a971-1239e8fc591d" targetNamespace="http://schemas.microsoft.com/office/2006/metadata/properties" ma:root="true" ma:fieldsID="865119611a2d976ecb2e106be994d03b" ns2:_="" ns3:_="">
    <xsd:import namespace="b6ef1051-416b-4c61-92ca-e2ba97173a0a"/>
    <xsd:import namespace="09960d75-8a19-463f-a971-1239e8fc59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ef1051-416b-4c61-92ca-e2ba97173a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60d75-8a19-463f-a971-1239e8fc591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ac24f27-4eb1-489c-837a-23792327ca96}" ma:internalName="TaxCatchAll" ma:showField="CatchAllData" ma:web="09960d75-8a19-463f-a971-1239e8fc59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960d75-8a19-463f-a971-1239e8fc591d" xsi:nil="true"/>
    <lcf76f155ced4ddcb4097134ff3c332f xmlns="b6ef1051-416b-4c61-92ca-e2ba97173a0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B5A1E3B-4736-4E1A-9017-ADAB1747CEE2}">
  <ds:schemaRefs>
    <ds:schemaRef ds:uri="09960d75-8a19-463f-a971-1239e8fc591d"/>
    <ds:schemaRef ds:uri="b6ef1051-416b-4c61-92ca-e2ba97173a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52DDBF3-664C-4EA4-86B8-FA1419EDE7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A0A078-9E62-4AFD-8C2A-71D72875BB87}">
  <ds:schemaRefs>
    <ds:schemaRef ds:uri="09960d75-8a19-463f-a971-1239e8fc591d"/>
    <ds:schemaRef ds:uri="b6ef1051-416b-4c61-92ca-e2ba97173a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NTT DATA Template</Template>
  <TotalTime>0</TotalTime>
  <Words>34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Yu Gothic</vt:lpstr>
      <vt:lpstr>Arial</vt:lpstr>
      <vt:lpstr>Georgia</vt:lpstr>
      <vt:lpstr>Helvetica Neue</vt:lpstr>
      <vt:lpstr>2_CONTENT SLIDES with ENSO</vt:lpstr>
      <vt:lpstr>3_CONTENT SLIDES with ENSO</vt:lpstr>
      <vt:lpstr>2_CONTENT SLIDES with ENSO</vt:lpstr>
      <vt:lpstr>Light Body Slides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Tatham, Alex</dc:creator>
  <cp:keywords/>
  <cp:lastModifiedBy>Niharika Srivastava</cp:lastModifiedBy>
  <cp:revision>1</cp:revision>
  <cp:lastPrinted>2016-10-07T04:27:25Z</cp:lastPrinted>
  <dcterms:created xsi:type="dcterms:W3CDTF">2018-07-19T14:19:05Z</dcterms:created>
  <dcterms:modified xsi:type="dcterms:W3CDTF">2026-04-10T05:18:43Z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0x010100D0564508D67C8C449A42AC4556ED8F47</vt:lpwstr>
  </property>
  <property fmtid="{D5CDD505-2E9C-101B-9397-08002B2CF9AE}" pid="3" name="_dlc_policyId">
    <vt:lpwstr>0x010100B0C8C576CB4C6E4C82EB0985A4DA319D|-298323459</vt:lpwstr>
  </property>
  <property fmtid="{D5CDD505-2E9C-101B-9397-08002B2CF9AE}" pid="4" name="ItemRetentionFormula">
    <vt:lpwstr>&lt;formula id="Microsoft.Office.RecordsManagement.PolicyFeatures.Expiration.Formula.BuiltIn"&gt;&lt;number&gt;0&lt;/number&gt;&lt;property&gt;Review_x005f_x0020_Date&lt;/property&gt;&lt;propertyId&gt;dcba0aa4-0244-476f-9178-360b5eb9e0fe&lt;/propertyId&gt;&lt;period&gt;days&lt;/period&gt;&lt;/formula&gt;</vt:lpwstr>
  </property>
  <property fmtid="{D5CDD505-2E9C-101B-9397-08002B2CF9AE}" pid="5" name="_dlc_DocIdItemGuid">
    <vt:lpwstr>9933cac9-00e8-4398-97a5-3e41ba3dcafa</vt:lpwstr>
  </property>
  <property fmtid="{D5CDD505-2E9C-101B-9397-08002B2CF9AE}" pid="6" name="Asset Type">
    <vt:lpwstr>2;#Corporate Information|3c0ca3c7-f132-4b3f-bdbd-eadad09ac576</vt:lpwstr>
  </property>
  <property fmtid="{D5CDD505-2E9C-101B-9397-08002B2CF9AE}" pid="7" name="Usage">
    <vt:lpwstr>14;#Internal and External|01220040-dfb4-46c0-8147-befcfb22ead4</vt:lpwstr>
  </property>
  <property fmtid="{D5CDD505-2E9C-101B-9397-08002B2CF9AE}" pid="8" name="Industry">
    <vt:lpwstr>10;#All Industries|a86bb780-70da-4a01-af76-f8110413864b</vt:lpwstr>
  </property>
  <property fmtid="{D5CDD505-2E9C-101B-9397-08002B2CF9AE}" pid="9" name="Service Line">
    <vt:lpwstr>11;#All Service Lines|201eb5b1-f10c-4428-9be6-bac5ae1c1bdf</vt:lpwstr>
  </property>
  <property fmtid="{D5CDD505-2E9C-101B-9397-08002B2CF9AE}" pid="10" name="Alliance Partner Technologies">
    <vt:lpwstr>6;#Not Applicable|5d407438-f2a2-4434-95dc-ad3ccb1e73bf</vt:lpwstr>
  </property>
  <property fmtid="{D5CDD505-2E9C-101B-9397-08002B2CF9AE}" pid="11" name="Offering">
    <vt:lpwstr>74;#Not Applicable|6be9cbbf-17cc-4f37-a5a1-07241042d9d7</vt:lpwstr>
  </property>
  <property fmtid="{D5CDD505-2E9C-101B-9397-08002B2CF9AE}" pid="12" name="Alliance Partnerships">
    <vt:lpwstr>69;#Not Applicable|1c856ccd-1e77-4d46-bc6b-0107f346086c</vt:lpwstr>
  </property>
  <property fmtid="{D5CDD505-2E9C-101B-9397-08002B2CF9AE}" pid="13" name="CqChecksum">
    <vt:lpwstr>4B8945DD966E32A4A083F27CEB716EEF</vt:lpwstr>
  </property>
  <property fmtid="{D5CDD505-2E9C-101B-9397-08002B2CF9AE}" pid="14" name="CqInformationType">
    <vt:lpwstr>Working Standard</vt:lpwstr>
  </property>
  <property fmtid="{D5CDD505-2E9C-101B-9397-08002B2CF9AE}" pid="15" name="CqVitality">
    <vt:lpwstr/>
  </property>
  <property fmtid="{D5CDD505-2E9C-101B-9397-08002B2CF9AE}" pid="16" name="CqDisclosureRange">
    <vt:lpwstr/>
  </property>
  <property fmtid="{D5CDD505-2E9C-101B-9397-08002B2CF9AE}" pid="17" name="CqDisclosureRangeStamp">
    <vt:lpwstr/>
  </property>
  <property fmtid="{D5CDD505-2E9C-101B-9397-08002B2CF9AE}" pid="18" name="CqDisclosureRangeLimitation">
    <vt:lpwstr/>
  </property>
  <property fmtid="{D5CDD505-2E9C-101B-9397-08002B2CF9AE}" pid="19" name="CqOwner">
    <vt:lpwstr>XHARRR</vt:lpwstr>
  </property>
  <property fmtid="{D5CDD505-2E9C-101B-9397-08002B2CF9AE}" pid="20" name="CqDepartment">
    <vt:lpwstr/>
  </property>
  <property fmtid="{D5CDD505-2E9C-101B-9397-08002B2CF9AE}" pid="21" name="CqCompanyOwner">
    <vt:lpwstr>EBS Romania SA</vt:lpwstr>
  </property>
  <property fmtid="{D5CDD505-2E9C-101B-9397-08002B2CF9AE}" pid="22" name="MediaServiceImageTags">
    <vt:lpwstr/>
  </property>
</Properties>
</file>